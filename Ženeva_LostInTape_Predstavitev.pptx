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548" autoAdjust="0"/>
  </p:normalViewPr>
  <p:slideViewPr>
    <p:cSldViewPr snapToGrid="0">
      <p:cViewPr varScale="1">
        <p:scale>
          <a:sx n="57" d="100"/>
          <a:sy n="57" d="100"/>
        </p:scale>
        <p:origin x="93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0:00–0:20  Predstavitev </a:t>
            </a:r>
            <a:r>
              <a:rPr dirty="0" err="1"/>
              <a:t>ekipe</a:t>
            </a:r>
            <a:r>
              <a:rPr dirty="0"/>
              <a:t> in </a:t>
            </a:r>
            <a:r>
              <a:rPr dirty="0" err="1"/>
              <a:t>igre</a:t>
            </a:r>
            <a:endParaRPr dirty="0"/>
          </a:p>
          <a:p>
            <a:endParaRPr dirty="0"/>
          </a:p>
          <a:p>
            <a:r>
              <a:rPr dirty="0" err="1"/>
              <a:t>Sva</a:t>
            </a:r>
            <a:r>
              <a:rPr dirty="0"/>
              <a:t> Eva Simonič in </a:t>
            </a:r>
            <a:r>
              <a:rPr dirty="0" err="1"/>
              <a:t>Žan</a:t>
            </a:r>
            <a:r>
              <a:rPr dirty="0"/>
              <a:t> Lah, </a:t>
            </a:r>
            <a:r>
              <a:rPr dirty="0" err="1"/>
              <a:t>ekipa</a:t>
            </a:r>
            <a:r>
              <a:rPr dirty="0"/>
              <a:t> </a:t>
            </a:r>
            <a:r>
              <a:rPr dirty="0" err="1"/>
              <a:t>Ženeva</a:t>
            </a:r>
            <a:r>
              <a:rPr dirty="0"/>
              <a:t>. </a:t>
            </a:r>
            <a:r>
              <a:rPr dirty="0" err="1"/>
              <a:t>Najina</a:t>
            </a:r>
            <a:r>
              <a:rPr dirty="0"/>
              <a:t> </a:t>
            </a:r>
            <a:r>
              <a:rPr dirty="0" err="1"/>
              <a:t>igra</a:t>
            </a:r>
            <a:r>
              <a:rPr dirty="0"/>
              <a:t> Lost in Tape je </a:t>
            </a:r>
            <a:r>
              <a:rPr dirty="0" err="1"/>
              <a:t>ugankarska</a:t>
            </a:r>
            <a:r>
              <a:rPr dirty="0"/>
              <a:t> </a:t>
            </a:r>
            <a:r>
              <a:rPr dirty="0" err="1"/>
              <a:t>grozljivka</a:t>
            </a:r>
            <a:r>
              <a:rPr dirty="0"/>
              <a:t>, v </a:t>
            </a:r>
            <a:r>
              <a:rPr dirty="0" err="1"/>
              <a:t>kateri</a:t>
            </a:r>
            <a:r>
              <a:rPr dirty="0"/>
              <a:t> </a:t>
            </a:r>
            <a:r>
              <a:rPr dirty="0" err="1"/>
              <a:t>igralec</a:t>
            </a:r>
            <a:r>
              <a:rPr dirty="0"/>
              <a:t> </a:t>
            </a:r>
            <a:r>
              <a:rPr dirty="0" err="1"/>
              <a:t>upravlja</a:t>
            </a:r>
            <a:r>
              <a:rPr dirty="0"/>
              <a:t> </a:t>
            </a:r>
            <a:r>
              <a:rPr dirty="0" err="1"/>
              <a:t>predvajanje</a:t>
            </a:r>
            <a:r>
              <a:rPr dirty="0"/>
              <a:t> </a:t>
            </a:r>
            <a:r>
              <a:rPr dirty="0" err="1"/>
              <a:t>preklete</a:t>
            </a:r>
            <a:r>
              <a:rPr dirty="0"/>
              <a:t> VHS</a:t>
            </a:r>
            <a:r>
              <a:rPr lang="sl-SI" dirty="0"/>
              <a:t> </a:t>
            </a:r>
            <a:r>
              <a:rPr dirty="0" err="1"/>
              <a:t>kasete</a:t>
            </a:r>
            <a:r>
              <a:rPr dirty="0"/>
              <a:t>. Z </a:t>
            </a:r>
            <a:r>
              <a:rPr dirty="0" err="1"/>
              <a:t>ukazi</a:t>
            </a:r>
            <a:r>
              <a:rPr dirty="0"/>
              <a:t> </a:t>
            </a:r>
            <a:r>
              <a:rPr dirty="0" err="1"/>
              <a:t>videorekorderja</a:t>
            </a:r>
            <a:r>
              <a:rPr dirty="0"/>
              <a:t> </a:t>
            </a:r>
            <a:r>
              <a:rPr dirty="0" err="1"/>
              <a:t>pomaga</a:t>
            </a:r>
            <a:r>
              <a:rPr dirty="0"/>
              <a:t> Lei </a:t>
            </a:r>
            <a:r>
              <a:rPr dirty="0" err="1"/>
              <a:t>poiskati</a:t>
            </a:r>
            <a:r>
              <a:rPr dirty="0"/>
              <a:t> </a:t>
            </a:r>
            <a:r>
              <a:rPr dirty="0" err="1"/>
              <a:t>izhod</a:t>
            </a:r>
            <a:r>
              <a:rPr dirty="0"/>
              <a:t> </a:t>
            </a:r>
            <a:r>
              <a:rPr dirty="0" err="1"/>
              <a:t>iz</a:t>
            </a:r>
            <a:r>
              <a:rPr dirty="0"/>
              <a:t> </a:t>
            </a:r>
            <a:r>
              <a:rPr dirty="0" err="1"/>
              <a:t>posnetka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0:20–0:50  </a:t>
            </a:r>
            <a:r>
              <a:rPr dirty="0" err="1"/>
              <a:t>Koncept</a:t>
            </a:r>
            <a:r>
              <a:rPr dirty="0"/>
              <a:t> in </a:t>
            </a:r>
            <a:r>
              <a:rPr dirty="0" err="1"/>
              <a:t>interpretacija</a:t>
            </a:r>
            <a:r>
              <a:rPr dirty="0"/>
              <a:t> </a:t>
            </a:r>
            <a:r>
              <a:rPr dirty="0" err="1"/>
              <a:t>teme</a:t>
            </a:r>
            <a:endParaRPr dirty="0"/>
          </a:p>
          <a:p>
            <a:endParaRPr dirty="0"/>
          </a:p>
          <a:p>
            <a:r>
              <a:rPr dirty="0"/>
              <a:t>Lea</a:t>
            </a:r>
            <a:r>
              <a:rPr lang="sl-SI" dirty="0"/>
              <a:t> gre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noč</a:t>
            </a:r>
            <a:r>
              <a:rPr dirty="0"/>
              <a:t> </a:t>
            </a:r>
            <a:r>
              <a:rPr dirty="0" err="1"/>
              <a:t>čarovnic</a:t>
            </a:r>
            <a:r>
              <a:rPr dirty="0"/>
              <a:t> </a:t>
            </a:r>
            <a:r>
              <a:rPr lang="sl-SI" dirty="0" err="1"/>
              <a:t>trick</a:t>
            </a:r>
            <a:r>
              <a:rPr lang="sl-SI" dirty="0"/>
              <a:t> </a:t>
            </a:r>
            <a:r>
              <a:rPr lang="sl-SI" dirty="0" err="1"/>
              <a:t>or</a:t>
            </a:r>
            <a:r>
              <a:rPr lang="sl-SI" dirty="0"/>
              <a:t> </a:t>
            </a:r>
            <a:r>
              <a:rPr lang="sl-SI" dirty="0" err="1"/>
              <a:t>treating</a:t>
            </a:r>
            <a:r>
              <a:rPr lang="sl-SI" dirty="0"/>
              <a:t> in v hiši </a:t>
            </a:r>
            <a:r>
              <a:rPr dirty="0" err="1"/>
              <a:t>najde</a:t>
            </a:r>
            <a:r>
              <a:rPr dirty="0"/>
              <a:t> </a:t>
            </a:r>
            <a:r>
              <a:rPr dirty="0" err="1"/>
              <a:t>kaseto</a:t>
            </a:r>
            <a:r>
              <a:rPr dirty="0"/>
              <a:t> DO NOT PLAY in jo </a:t>
            </a:r>
            <a:r>
              <a:rPr dirty="0" err="1"/>
              <a:t>predvaja</a:t>
            </a:r>
            <a:r>
              <a:rPr dirty="0"/>
              <a:t>. </a:t>
            </a:r>
            <a:r>
              <a:rPr dirty="0" err="1"/>
              <a:t>Televizija</a:t>
            </a:r>
            <a:r>
              <a:rPr dirty="0"/>
              <a:t> jo </a:t>
            </a:r>
            <a:r>
              <a:rPr dirty="0" err="1"/>
              <a:t>potegne</a:t>
            </a:r>
            <a:r>
              <a:rPr dirty="0"/>
              <a:t> v </a:t>
            </a:r>
            <a:r>
              <a:rPr dirty="0" err="1"/>
              <a:t>posnetek</a:t>
            </a:r>
            <a:r>
              <a:rPr dirty="0"/>
              <a:t>, v </a:t>
            </a:r>
            <a:r>
              <a:rPr dirty="0" err="1"/>
              <a:t>katerem</a:t>
            </a:r>
            <a:r>
              <a:rPr dirty="0"/>
              <a:t> so </a:t>
            </a:r>
            <a:r>
              <a:rPr dirty="0" err="1"/>
              <a:t>ujeti</a:t>
            </a:r>
            <a:r>
              <a:rPr dirty="0"/>
              <a:t> </a:t>
            </a:r>
            <a:r>
              <a:rPr dirty="0" err="1"/>
              <a:t>tudi</a:t>
            </a:r>
            <a:r>
              <a:rPr dirty="0"/>
              <a:t> </a:t>
            </a:r>
            <a:r>
              <a:rPr dirty="0" err="1"/>
              <a:t>drugi</a:t>
            </a:r>
            <a:r>
              <a:rPr dirty="0"/>
              <a:t> </a:t>
            </a:r>
            <a:r>
              <a:rPr dirty="0" err="1"/>
              <a:t>otroci</a:t>
            </a:r>
            <a:r>
              <a:rPr dirty="0"/>
              <a:t>. Halloween </a:t>
            </a:r>
            <a:r>
              <a:rPr dirty="0" err="1"/>
              <a:t>vključujeva</a:t>
            </a:r>
            <a:r>
              <a:rPr dirty="0"/>
              <a:t> </a:t>
            </a:r>
            <a:r>
              <a:rPr dirty="0" err="1"/>
              <a:t>skozi</a:t>
            </a:r>
            <a:r>
              <a:rPr dirty="0"/>
              <a:t> </a:t>
            </a:r>
            <a:r>
              <a:rPr dirty="0" err="1"/>
              <a:t>hišo</a:t>
            </a:r>
            <a:r>
              <a:rPr dirty="0"/>
              <a:t>, </a:t>
            </a:r>
            <a:r>
              <a:rPr dirty="0" err="1"/>
              <a:t>kostume</a:t>
            </a:r>
            <a:r>
              <a:rPr dirty="0"/>
              <a:t> in </a:t>
            </a:r>
            <a:r>
              <a:rPr lang="sl-SI" dirty="0"/>
              <a:t>pošasti</a:t>
            </a:r>
            <a:r>
              <a:rPr dirty="0"/>
              <a:t>. </a:t>
            </a:r>
            <a:r>
              <a:rPr dirty="0" err="1"/>
              <a:t>Drugo</a:t>
            </a:r>
            <a:r>
              <a:rPr dirty="0"/>
              <a:t> </a:t>
            </a:r>
            <a:r>
              <a:rPr dirty="0" err="1"/>
              <a:t>temo</a:t>
            </a:r>
            <a:r>
              <a:rPr dirty="0"/>
              <a:t> </a:t>
            </a:r>
            <a:r>
              <a:rPr dirty="0" err="1"/>
              <a:t>uresničujejo</a:t>
            </a:r>
            <a:r>
              <a:rPr dirty="0"/>
              <a:t> </a:t>
            </a:r>
            <a:r>
              <a:rPr dirty="0" err="1"/>
              <a:t>uporabne</a:t>
            </a:r>
            <a:r>
              <a:rPr dirty="0"/>
              <a:t> </a:t>
            </a:r>
            <a:r>
              <a:rPr dirty="0" err="1"/>
              <a:t>poškodbe</a:t>
            </a:r>
            <a:r>
              <a:rPr dirty="0"/>
              <a:t> </a:t>
            </a:r>
            <a:r>
              <a:rPr dirty="0" err="1"/>
              <a:t>posnetka</a:t>
            </a:r>
            <a:r>
              <a:rPr dirty="0"/>
              <a:t>, </a:t>
            </a:r>
            <a:r>
              <a:rPr dirty="0" err="1"/>
              <a:t>odmevi</a:t>
            </a:r>
            <a:r>
              <a:rPr dirty="0"/>
              <a:t> </a:t>
            </a:r>
            <a:r>
              <a:rPr dirty="0" err="1"/>
              <a:t>smrti</a:t>
            </a:r>
            <a:r>
              <a:rPr dirty="0"/>
              <a:t> in </a:t>
            </a:r>
            <a:r>
              <a:rPr dirty="0" err="1"/>
              <a:t>skrivna</a:t>
            </a:r>
            <a:r>
              <a:rPr dirty="0"/>
              <a:t> soba. Ta je </a:t>
            </a:r>
            <a:r>
              <a:rPr dirty="0" err="1"/>
              <a:t>nastala</a:t>
            </a:r>
            <a:r>
              <a:rPr dirty="0"/>
              <a:t> </a:t>
            </a:r>
            <a:r>
              <a:rPr dirty="0" err="1"/>
              <a:t>iz</a:t>
            </a:r>
            <a:r>
              <a:rPr dirty="0"/>
              <a:t> </a:t>
            </a:r>
            <a:r>
              <a:rPr dirty="0" err="1"/>
              <a:t>napake</a:t>
            </a:r>
            <a:r>
              <a:rPr dirty="0"/>
              <a:t>, ko </a:t>
            </a:r>
            <a:r>
              <a:rPr dirty="0" err="1"/>
              <a:t>sva</a:t>
            </a:r>
            <a:r>
              <a:rPr dirty="0"/>
              <a:t> </a:t>
            </a:r>
            <a:r>
              <a:rPr dirty="0" err="1"/>
              <a:t>lahko</a:t>
            </a:r>
            <a:r>
              <a:rPr dirty="0"/>
              <a:t> </a:t>
            </a:r>
            <a:r>
              <a:rPr dirty="0" err="1"/>
              <a:t>šla</a:t>
            </a:r>
            <a:r>
              <a:rPr dirty="0"/>
              <a:t> </a:t>
            </a:r>
            <a:r>
              <a:rPr dirty="0" err="1"/>
              <a:t>skozi</a:t>
            </a:r>
            <a:r>
              <a:rPr dirty="0"/>
              <a:t> </a:t>
            </a:r>
            <a:r>
              <a:rPr dirty="0" err="1"/>
              <a:t>vrata</a:t>
            </a:r>
            <a:r>
              <a:rPr dirty="0"/>
              <a:t>, za </a:t>
            </a:r>
            <a:r>
              <a:rPr dirty="0" err="1"/>
              <a:t>katerimi</a:t>
            </a:r>
            <a:r>
              <a:rPr dirty="0"/>
              <a:t> </a:t>
            </a:r>
            <a:r>
              <a:rPr dirty="0" err="1"/>
              <a:t>sprva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bilo</a:t>
            </a:r>
            <a:r>
              <a:rPr dirty="0"/>
              <a:t> </a:t>
            </a:r>
            <a:r>
              <a:rPr dirty="0" err="1"/>
              <a:t>ničesar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2:20–3:00  </a:t>
            </a:r>
            <a:r>
              <a:rPr dirty="0" err="1"/>
              <a:t>Razvoj</a:t>
            </a:r>
            <a:r>
              <a:rPr dirty="0"/>
              <a:t> in </a:t>
            </a:r>
            <a:r>
              <a:rPr dirty="0" err="1"/>
              <a:t>tehnične</a:t>
            </a:r>
            <a:r>
              <a:rPr dirty="0"/>
              <a:t> </a:t>
            </a:r>
            <a:r>
              <a:rPr dirty="0" err="1"/>
              <a:t>zanimivosti</a:t>
            </a:r>
            <a:endParaRPr dirty="0"/>
          </a:p>
          <a:p>
            <a:endParaRPr dirty="0"/>
          </a:p>
          <a:p>
            <a:r>
              <a:rPr dirty="0" err="1"/>
              <a:t>Največji</a:t>
            </a:r>
            <a:r>
              <a:rPr dirty="0"/>
              <a:t> </a:t>
            </a:r>
            <a:r>
              <a:rPr dirty="0" err="1"/>
              <a:t>izziv</a:t>
            </a:r>
            <a:r>
              <a:rPr dirty="0"/>
              <a:t> je </a:t>
            </a:r>
            <a:r>
              <a:rPr dirty="0" err="1"/>
              <a:t>bil</a:t>
            </a:r>
            <a:r>
              <a:rPr dirty="0"/>
              <a:t> </a:t>
            </a:r>
            <a:r>
              <a:rPr dirty="0" err="1"/>
              <a:t>uskladiti</a:t>
            </a:r>
            <a:r>
              <a:rPr dirty="0"/>
              <a:t> </a:t>
            </a:r>
            <a:r>
              <a:rPr dirty="0" err="1"/>
              <a:t>dva</a:t>
            </a:r>
            <a:r>
              <a:rPr dirty="0"/>
              <a:t> </a:t>
            </a:r>
            <a:r>
              <a:rPr dirty="0" err="1"/>
              <a:t>časa</a:t>
            </a:r>
            <a:r>
              <a:rPr dirty="0"/>
              <a:t>. Lein </a:t>
            </a:r>
            <a:r>
              <a:rPr dirty="0" err="1"/>
              <a:t>čas</a:t>
            </a:r>
            <a:r>
              <a:rPr dirty="0"/>
              <a:t> </a:t>
            </a:r>
            <a:r>
              <a:rPr dirty="0" err="1"/>
              <a:t>določa</a:t>
            </a:r>
            <a:r>
              <a:rPr dirty="0"/>
              <a:t> </a:t>
            </a:r>
            <a:r>
              <a:rPr dirty="0" err="1"/>
              <a:t>njen</a:t>
            </a:r>
            <a:r>
              <a:rPr dirty="0"/>
              <a:t> </a:t>
            </a:r>
            <a:r>
              <a:rPr dirty="0" err="1"/>
              <a:t>napredek</a:t>
            </a:r>
            <a:r>
              <a:rPr dirty="0"/>
              <a:t>, </a:t>
            </a:r>
            <a:r>
              <a:rPr dirty="0" err="1"/>
              <a:t>čas</a:t>
            </a:r>
            <a:r>
              <a:rPr dirty="0"/>
              <a:t> </a:t>
            </a:r>
            <a:r>
              <a:rPr dirty="0" err="1"/>
              <a:t>hiše</a:t>
            </a:r>
            <a:r>
              <a:rPr dirty="0"/>
              <a:t> pa </a:t>
            </a:r>
            <a:r>
              <a:rPr dirty="0" err="1"/>
              <a:t>stanje</a:t>
            </a:r>
            <a:r>
              <a:rPr dirty="0"/>
              <a:t> </a:t>
            </a:r>
            <a:r>
              <a:rPr dirty="0" err="1"/>
              <a:t>nevarnosti</a:t>
            </a:r>
            <a:r>
              <a:rPr dirty="0"/>
              <a:t> in </a:t>
            </a:r>
            <a:r>
              <a:rPr dirty="0" err="1"/>
              <a:t>vrat</a:t>
            </a:r>
            <a:r>
              <a:rPr dirty="0"/>
              <a:t>. </a:t>
            </a:r>
            <a:r>
              <a:rPr dirty="0" err="1"/>
              <a:t>Animacijske</a:t>
            </a:r>
            <a:r>
              <a:rPr dirty="0"/>
              <a:t> </a:t>
            </a:r>
            <a:r>
              <a:rPr dirty="0" err="1"/>
              <a:t>sličice</a:t>
            </a:r>
            <a:r>
              <a:rPr dirty="0"/>
              <a:t> </a:t>
            </a:r>
            <a:r>
              <a:rPr dirty="0" err="1"/>
              <a:t>zato</a:t>
            </a:r>
            <a:r>
              <a:rPr dirty="0"/>
              <a:t> </a:t>
            </a:r>
            <a:r>
              <a:rPr dirty="0" err="1"/>
              <a:t>sledijo</a:t>
            </a:r>
            <a:r>
              <a:rPr dirty="0"/>
              <a:t> </a:t>
            </a:r>
            <a:r>
              <a:rPr dirty="0" err="1"/>
              <a:t>času</a:t>
            </a:r>
            <a:r>
              <a:rPr dirty="0"/>
              <a:t> </a:t>
            </a:r>
            <a:r>
              <a:rPr dirty="0" err="1"/>
              <a:t>hiše</a:t>
            </a:r>
            <a:r>
              <a:rPr dirty="0"/>
              <a:t> in se </a:t>
            </a:r>
            <a:r>
              <a:rPr dirty="0" err="1"/>
              <a:t>pravilno</a:t>
            </a:r>
            <a:r>
              <a:rPr dirty="0"/>
              <a:t> </a:t>
            </a:r>
            <a:r>
              <a:rPr dirty="0" err="1"/>
              <a:t>vračajo</a:t>
            </a:r>
            <a:r>
              <a:rPr dirty="0"/>
              <a:t> med </a:t>
            </a:r>
            <a:r>
              <a:rPr dirty="0" err="1"/>
              <a:t>previjanjem</a:t>
            </a:r>
            <a:r>
              <a:rPr dirty="0"/>
              <a:t>. </a:t>
            </a:r>
            <a:r>
              <a:rPr dirty="0" err="1"/>
              <a:t>Pravila</a:t>
            </a:r>
            <a:r>
              <a:rPr dirty="0"/>
              <a:t> </a:t>
            </a:r>
            <a:r>
              <a:rPr dirty="0" err="1"/>
              <a:t>sva</a:t>
            </a:r>
            <a:r>
              <a:rPr dirty="0"/>
              <a:t> </a:t>
            </a:r>
            <a:r>
              <a:rPr dirty="0" err="1"/>
              <a:t>ločila</a:t>
            </a:r>
            <a:r>
              <a:rPr dirty="0"/>
              <a:t> od </a:t>
            </a:r>
            <a:r>
              <a:rPr dirty="0" err="1"/>
              <a:t>prikaza</a:t>
            </a:r>
            <a:r>
              <a:rPr dirty="0"/>
              <a:t>, da </a:t>
            </a:r>
            <a:r>
              <a:rPr dirty="0" err="1"/>
              <a:t>lahko</a:t>
            </a:r>
            <a:r>
              <a:rPr dirty="0"/>
              <a:t> </a:t>
            </a:r>
            <a:r>
              <a:rPr dirty="0" err="1"/>
              <a:t>ponoviva</a:t>
            </a:r>
            <a:r>
              <a:rPr dirty="0"/>
              <a:t> </a:t>
            </a:r>
            <a:r>
              <a:rPr dirty="0" err="1"/>
              <a:t>enaka</a:t>
            </a:r>
            <a:r>
              <a:rPr dirty="0"/>
              <a:t> </a:t>
            </a:r>
            <a:r>
              <a:rPr dirty="0" err="1"/>
              <a:t>zaporedja</a:t>
            </a:r>
            <a:r>
              <a:rPr dirty="0"/>
              <a:t> </a:t>
            </a:r>
            <a:r>
              <a:rPr dirty="0" err="1"/>
              <a:t>ukazov</a:t>
            </a:r>
            <a:r>
              <a:rPr dirty="0"/>
              <a:t> in </a:t>
            </a:r>
            <a:r>
              <a:rPr dirty="0" err="1"/>
              <a:t>preveriva</a:t>
            </a:r>
            <a:r>
              <a:rPr dirty="0"/>
              <a:t> </a:t>
            </a:r>
            <a:r>
              <a:rPr dirty="0" err="1"/>
              <a:t>izid</a:t>
            </a:r>
            <a:r>
              <a:rPr dirty="0"/>
              <a:t>. </a:t>
            </a:r>
            <a:r>
              <a:rPr dirty="0" err="1"/>
              <a:t>Razvijala</a:t>
            </a:r>
            <a:r>
              <a:rPr dirty="0"/>
              <a:t> </a:t>
            </a:r>
            <a:r>
              <a:rPr dirty="0" err="1"/>
              <a:t>sva</a:t>
            </a:r>
            <a:r>
              <a:rPr dirty="0"/>
              <a:t> v </a:t>
            </a:r>
            <a:r>
              <a:rPr dirty="0" err="1"/>
              <a:t>Godotu</a:t>
            </a:r>
            <a:r>
              <a:rPr dirty="0"/>
              <a:t> z </a:t>
            </a:r>
            <a:r>
              <a:rPr dirty="0" err="1"/>
              <a:t>GDScriptom</a:t>
            </a:r>
            <a:r>
              <a:rPr dirty="0"/>
              <a:t>, </a:t>
            </a:r>
            <a:r>
              <a:rPr dirty="0" err="1"/>
              <a:t>delo</a:t>
            </a:r>
            <a:r>
              <a:rPr dirty="0"/>
              <a:t> </a:t>
            </a:r>
            <a:r>
              <a:rPr dirty="0" err="1"/>
              <a:t>usklajevala</a:t>
            </a:r>
            <a:r>
              <a:rPr dirty="0"/>
              <a:t> </a:t>
            </a:r>
            <a:r>
              <a:rPr dirty="0" err="1"/>
              <a:t>prek</a:t>
            </a:r>
            <a:r>
              <a:rPr dirty="0"/>
              <a:t> </a:t>
            </a:r>
            <a:r>
              <a:rPr dirty="0" err="1"/>
              <a:t>GitHuba</a:t>
            </a:r>
            <a:r>
              <a:rPr dirty="0"/>
              <a:t> in </a:t>
            </a:r>
            <a:r>
              <a:rPr dirty="0" err="1"/>
              <a:t>igro</a:t>
            </a:r>
            <a:r>
              <a:rPr dirty="0"/>
              <a:t> </a:t>
            </a:r>
            <a:r>
              <a:rPr dirty="0" err="1"/>
              <a:t>sproti</a:t>
            </a:r>
            <a:r>
              <a:rPr dirty="0"/>
              <a:t> </a:t>
            </a:r>
            <a:r>
              <a:rPr dirty="0" err="1"/>
              <a:t>testirala</a:t>
            </a:r>
            <a:r>
              <a:rPr dirty="0"/>
              <a:t>. </a:t>
            </a:r>
            <a:r>
              <a:rPr dirty="0" err="1"/>
              <a:t>Žan</a:t>
            </a:r>
            <a:r>
              <a:rPr dirty="0"/>
              <a:t> je </a:t>
            </a:r>
            <a:r>
              <a:rPr dirty="0" err="1"/>
              <a:t>več</a:t>
            </a:r>
            <a:r>
              <a:rPr dirty="0"/>
              <a:t> </a:t>
            </a:r>
            <a:r>
              <a:rPr dirty="0" err="1"/>
              <a:t>delal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kodi</a:t>
            </a:r>
            <a:r>
              <a:rPr dirty="0"/>
              <a:t> in </a:t>
            </a:r>
            <a:r>
              <a:rPr dirty="0" err="1"/>
              <a:t>grafiki</a:t>
            </a:r>
            <a:r>
              <a:rPr dirty="0"/>
              <a:t>, Eva pa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zvoku</a:t>
            </a:r>
            <a:r>
              <a:rPr dirty="0"/>
              <a:t>, </a:t>
            </a:r>
            <a:r>
              <a:rPr dirty="0" err="1"/>
              <a:t>izboru</a:t>
            </a:r>
            <a:r>
              <a:rPr dirty="0"/>
              <a:t> </a:t>
            </a:r>
            <a:r>
              <a:rPr dirty="0" err="1"/>
              <a:t>assetov</a:t>
            </a:r>
            <a:r>
              <a:rPr dirty="0"/>
              <a:t> ter </a:t>
            </a:r>
            <a:r>
              <a:rPr dirty="0" err="1"/>
              <a:t>tudi</a:t>
            </a:r>
            <a:r>
              <a:rPr dirty="0"/>
              <a:t> </a:t>
            </a:r>
            <a:r>
              <a:rPr dirty="0" err="1"/>
              <a:t>kodi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3:00–3:30  </a:t>
            </a:r>
            <a:r>
              <a:rPr dirty="0" err="1"/>
              <a:t>Transparentnost</a:t>
            </a:r>
            <a:r>
              <a:rPr dirty="0"/>
              <a:t> </a:t>
            </a:r>
            <a:r>
              <a:rPr dirty="0" err="1"/>
              <a:t>uporabe</a:t>
            </a:r>
            <a:r>
              <a:rPr dirty="0"/>
              <a:t> AI in </a:t>
            </a:r>
            <a:r>
              <a:rPr dirty="0" err="1"/>
              <a:t>assetov</a:t>
            </a:r>
            <a:endParaRPr dirty="0"/>
          </a:p>
          <a:p>
            <a:endParaRPr dirty="0"/>
          </a:p>
          <a:p>
            <a:r>
              <a:rPr dirty="0"/>
              <a:t>Sama </a:t>
            </a:r>
            <a:r>
              <a:rPr dirty="0" err="1"/>
              <a:t>sva</a:t>
            </a:r>
            <a:r>
              <a:rPr dirty="0"/>
              <a:t> </a:t>
            </a:r>
            <a:r>
              <a:rPr dirty="0" err="1"/>
              <a:t>določila</a:t>
            </a:r>
            <a:r>
              <a:rPr dirty="0"/>
              <a:t> </a:t>
            </a:r>
            <a:r>
              <a:rPr dirty="0" err="1"/>
              <a:t>idejno</a:t>
            </a:r>
            <a:r>
              <a:rPr dirty="0"/>
              <a:t> </a:t>
            </a:r>
            <a:r>
              <a:rPr dirty="0" err="1"/>
              <a:t>zasnovo</a:t>
            </a:r>
            <a:r>
              <a:rPr dirty="0"/>
              <a:t>, </a:t>
            </a:r>
            <a:r>
              <a:rPr dirty="0" err="1"/>
              <a:t>pravila</a:t>
            </a:r>
            <a:r>
              <a:rPr dirty="0"/>
              <a:t>, </a:t>
            </a:r>
            <a:r>
              <a:rPr dirty="0" err="1"/>
              <a:t>izbirala</a:t>
            </a:r>
            <a:r>
              <a:rPr dirty="0"/>
              <a:t> </a:t>
            </a:r>
            <a:r>
              <a:rPr dirty="0" err="1"/>
              <a:t>vsebine</a:t>
            </a:r>
            <a:r>
              <a:rPr dirty="0"/>
              <a:t> in </a:t>
            </a:r>
            <a:r>
              <a:rPr dirty="0" err="1"/>
              <a:t>preverjala</a:t>
            </a:r>
            <a:r>
              <a:rPr dirty="0"/>
              <a:t> </a:t>
            </a:r>
            <a:r>
              <a:rPr dirty="0" err="1"/>
              <a:t>igro</a:t>
            </a:r>
            <a:r>
              <a:rPr dirty="0"/>
              <a:t>. AI je </a:t>
            </a:r>
            <a:r>
              <a:rPr dirty="0" err="1"/>
              <a:t>sodeloval</a:t>
            </a:r>
            <a:r>
              <a:rPr dirty="0"/>
              <a:t> </a:t>
            </a:r>
            <a:r>
              <a:rPr dirty="0" err="1"/>
              <a:t>pri</a:t>
            </a:r>
            <a:r>
              <a:rPr dirty="0"/>
              <a:t> </a:t>
            </a:r>
            <a:r>
              <a:rPr dirty="0" err="1"/>
              <a:t>kodi</a:t>
            </a:r>
            <a:r>
              <a:rPr dirty="0"/>
              <a:t>, </a:t>
            </a:r>
            <a:r>
              <a:rPr dirty="0" err="1"/>
              <a:t>popravkih</a:t>
            </a:r>
            <a:r>
              <a:rPr dirty="0"/>
              <a:t> in </a:t>
            </a:r>
            <a:r>
              <a:rPr dirty="0" err="1"/>
              <a:t>velikem</a:t>
            </a:r>
            <a:r>
              <a:rPr dirty="0"/>
              <a:t> </a:t>
            </a:r>
            <a:r>
              <a:rPr dirty="0" err="1"/>
              <a:t>delu</a:t>
            </a:r>
            <a:r>
              <a:rPr dirty="0"/>
              <a:t> </a:t>
            </a:r>
            <a:r>
              <a:rPr dirty="0" err="1"/>
              <a:t>grafik</a:t>
            </a:r>
            <a:r>
              <a:rPr lang="sl-SI" dirty="0"/>
              <a:t>e.</a:t>
            </a:r>
            <a:r>
              <a:rPr dirty="0"/>
              <a:t> </a:t>
            </a:r>
            <a:r>
              <a:rPr dirty="0" err="1"/>
              <a:t>Jigsawov</a:t>
            </a:r>
            <a:r>
              <a:rPr dirty="0"/>
              <a:t> </a:t>
            </a:r>
            <a:r>
              <a:rPr dirty="0" err="1"/>
              <a:t>glas</a:t>
            </a:r>
            <a:r>
              <a:rPr dirty="0"/>
              <a:t> je </a:t>
            </a:r>
            <a:r>
              <a:rPr dirty="0" err="1"/>
              <a:t>nastal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fish.audio</a:t>
            </a:r>
            <a:r>
              <a:rPr dirty="0"/>
              <a:t>. </a:t>
            </a:r>
            <a:r>
              <a:rPr dirty="0" err="1"/>
              <a:t>Uporabila</a:t>
            </a:r>
            <a:r>
              <a:rPr dirty="0"/>
              <a:t> </a:t>
            </a:r>
            <a:r>
              <a:rPr dirty="0" err="1"/>
              <a:t>sva</a:t>
            </a:r>
            <a:r>
              <a:rPr dirty="0"/>
              <a:t> </a:t>
            </a:r>
            <a:r>
              <a:rPr dirty="0" err="1"/>
              <a:t>tudi</a:t>
            </a:r>
            <a:r>
              <a:rPr dirty="0"/>
              <a:t> </a:t>
            </a:r>
            <a:r>
              <a:rPr dirty="0" err="1"/>
              <a:t>zunanje</a:t>
            </a:r>
            <a:r>
              <a:rPr dirty="0"/>
              <a:t> </a:t>
            </a:r>
            <a:r>
              <a:rPr dirty="0" err="1"/>
              <a:t>teksture</a:t>
            </a:r>
            <a:r>
              <a:rPr dirty="0"/>
              <a:t>, </a:t>
            </a:r>
            <a:r>
              <a:rPr dirty="0" err="1"/>
              <a:t>pohištvo</a:t>
            </a:r>
            <a:r>
              <a:rPr dirty="0"/>
              <a:t>, </a:t>
            </a:r>
            <a:r>
              <a:rPr dirty="0" err="1"/>
              <a:t>glasbo</a:t>
            </a:r>
            <a:r>
              <a:rPr dirty="0"/>
              <a:t>, </a:t>
            </a:r>
            <a:r>
              <a:rPr dirty="0" err="1"/>
              <a:t>zvoke</a:t>
            </a:r>
            <a:r>
              <a:rPr dirty="0"/>
              <a:t> in </a:t>
            </a:r>
            <a:r>
              <a:rPr dirty="0" err="1"/>
              <a:t>osnovo</a:t>
            </a:r>
            <a:r>
              <a:rPr dirty="0"/>
              <a:t> VHS-</a:t>
            </a:r>
            <a:r>
              <a:rPr dirty="0" err="1"/>
              <a:t>shaderja</a:t>
            </a:r>
            <a:r>
              <a:rPr dirty="0"/>
              <a:t>. V </a:t>
            </a:r>
            <a:r>
              <a:rPr dirty="0" err="1"/>
              <a:t>dokumentaciji</a:t>
            </a:r>
            <a:r>
              <a:rPr dirty="0"/>
              <a:t> </a:t>
            </a:r>
            <a:r>
              <a:rPr dirty="0" err="1"/>
              <a:t>ocenjujeva</a:t>
            </a:r>
            <a:r>
              <a:rPr dirty="0"/>
              <a:t> </a:t>
            </a:r>
            <a:r>
              <a:rPr dirty="0" err="1"/>
              <a:t>delež</a:t>
            </a:r>
            <a:r>
              <a:rPr dirty="0"/>
              <a:t> AI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približno</a:t>
            </a:r>
            <a:r>
              <a:rPr dirty="0"/>
              <a:t> </a:t>
            </a:r>
            <a:r>
              <a:rPr lang="sl-SI" dirty="0"/>
              <a:t>7</a:t>
            </a:r>
            <a:r>
              <a:rPr dirty="0"/>
              <a:t>5 </a:t>
            </a:r>
            <a:r>
              <a:rPr dirty="0" err="1"/>
              <a:t>odstotkov</a:t>
            </a:r>
            <a:r>
              <a:rPr dirty="0"/>
              <a:t>. </a:t>
            </a:r>
            <a:r>
              <a:rPr dirty="0" err="1"/>
              <a:t>Podrobni</a:t>
            </a:r>
            <a:r>
              <a:rPr dirty="0"/>
              <a:t> </a:t>
            </a:r>
            <a:r>
              <a:rPr dirty="0" err="1"/>
              <a:t>avtorji</a:t>
            </a:r>
            <a:r>
              <a:rPr dirty="0"/>
              <a:t> in </a:t>
            </a:r>
            <a:r>
              <a:rPr dirty="0" err="1"/>
              <a:t>licence</a:t>
            </a:r>
            <a:r>
              <a:rPr dirty="0"/>
              <a:t> so </a:t>
            </a:r>
            <a:r>
              <a:rPr dirty="0" err="1"/>
              <a:t>navedeni</a:t>
            </a:r>
            <a:r>
              <a:rPr dirty="0"/>
              <a:t> v </a:t>
            </a:r>
            <a:r>
              <a:rPr dirty="0" err="1"/>
              <a:t>dokumentaciji</a:t>
            </a:r>
            <a:r>
              <a:rPr dirty="0"/>
              <a:t> ter CREDITS.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3:30–4:00  </a:t>
            </a:r>
            <a:r>
              <a:rPr dirty="0" err="1"/>
              <a:t>Zaključek</a:t>
            </a:r>
            <a:r>
              <a:rPr dirty="0"/>
              <a:t> </a:t>
            </a:r>
            <a:r>
              <a:rPr dirty="0" err="1"/>
              <a:t>predstavitve</a:t>
            </a:r>
            <a:r>
              <a:rPr dirty="0"/>
              <a:t>; </a:t>
            </a:r>
            <a:r>
              <a:rPr dirty="0" err="1"/>
              <a:t>sledi</a:t>
            </a:r>
            <a:r>
              <a:rPr dirty="0"/>
              <a:t> 3-minutna </a:t>
            </a:r>
            <a:r>
              <a:rPr dirty="0" err="1"/>
              <a:t>demonstracija</a:t>
            </a:r>
            <a:endParaRPr dirty="0"/>
          </a:p>
          <a:p>
            <a:endParaRPr dirty="0"/>
          </a:p>
          <a:p>
            <a:r>
              <a:rPr dirty="0" err="1"/>
              <a:t>Najbolj</a:t>
            </a:r>
            <a:r>
              <a:rPr dirty="0"/>
              <a:t> </a:t>
            </a:r>
            <a:r>
              <a:rPr dirty="0" err="1"/>
              <a:t>unikaten</a:t>
            </a:r>
            <a:r>
              <a:rPr dirty="0"/>
              <a:t> se nama </a:t>
            </a:r>
            <a:r>
              <a:rPr dirty="0" err="1"/>
              <a:t>zdi</a:t>
            </a:r>
            <a:r>
              <a:rPr dirty="0"/>
              <a:t> </a:t>
            </a:r>
            <a:r>
              <a:rPr dirty="0" err="1"/>
              <a:t>koncept</a:t>
            </a:r>
            <a:r>
              <a:rPr dirty="0"/>
              <a:t> </a:t>
            </a:r>
            <a:r>
              <a:rPr dirty="0" err="1"/>
              <a:t>upravljanja</a:t>
            </a:r>
            <a:r>
              <a:rPr dirty="0"/>
              <a:t> </a:t>
            </a:r>
            <a:r>
              <a:rPr dirty="0" err="1"/>
              <a:t>časa</a:t>
            </a:r>
            <a:r>
              <a:rPr dirty="0"/>
              <a:t> </a:t>
            </a:r>
            <a:r>
              <a:rPr dirty="0" err="1"/>
              <a:t>hiše</a:t>
            </a:r>
            <a:r>
              <a:rPr dirty="0"/>
              <a:t>, </a:t>
            </a:r>
            <a:r>
              <a:rPr dirty="0" err="1"/>
              <a:t>medtem</a:t>
            </a:r>
            <a:r>
              <a:rPr dirty="0"/>
              <a:t> ko Lea </a:t>
            </a:r>
            <a:r>
              <a:rPr dirty="0" err="1"/>
              <a:t>ostane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mestu</a:t>
            </a:r>
            <a:r>
              <a:rPr dirty="0"/>
              <a:t>. </a:t>
            </a:r>
            <a:r>
              <a:rPr dirty="0" err="1"/>
              <a:t>Igralec</a:t>
            </a:r>
            <a:r>
              <a:rPr dirty="0"/>
              <a:t> mora </a:t>
            </a:r>
            <a:r>
              <a:rPr dirty="0" err="1"/>
              <a:t>opazovati</a:t>
            </a:r>
            <a:r>
              <a:rPr dirty="0"/>
              <a:t> </a:t>
            </a:r>
            <a:r>
              <a:rPr dirty="0" err="1"/>
              <a:t>posnetek</a:t>
            </a:r>
            <a:r>
              <a:rPr dirty="0"/>
              <a:t> in </a:t>
            </a:r>
            <a:r>
              <a:rPr dirty="0" err="1"/>
              <a:t>razmišljati</a:t>
            </a:r>
            <a:r>
              <a:rPr dirty="0"/>
              <a:t> </a:t>
            </a:r>
            <a:r>
              <a:rPr dirty="0" err="1"/>
              <a:t>drugače</a:t>
            </a:r>
            <a:r>
              <a:rPr dirty="0"/>
              <a:t>, </a:t>
            </a:r>
            <a:r>
              <a:rPr dirty="0" err="1"/>
              <a:t>neuspehi</a:t>
            </a:r>
            <a:r>
              <a:rPr dirty="0"/>
              <a:t> pa mu </a:t>
            </a:r>
            <a:r>
              <a:rPr dirty="0" err="1"/>
              <a:t>lahko</a:t>
            </a:r>
            <a:r>
              <a:rPr dirty="0"/>
              <a:t> </a:t>
            </a:r>
            <a:r>
              <a:rPr dirty="0" err="1"/>
              <a:t>pomagajo</a:t>
            </a:r>
            <a:r>
              <a:rPr dirty="0"/>
              <a:t> </a:t>
            </a:r>
            <a:r>
              <a:rPr dirty="0" err="1"/>
              <a:t>pri</a:t>
            </a:r>
            <a:r>
              <a:rPr dirty="0"/>
              <a:t> </a:t>
            </a:r>
            <a:r>
              <a:rPr dirty="0" err="1"/>
              <a:t>napredovanju</a:t>
            </a:r>
            <a:r>
              <a:rPr dirty="0"/>
              <a:t>. </a:t>
            </a:r>
            <a:r>
              <a:rPr dirty="0" err="1"/>
              <a:t>Zdaj</a:t>
            </a:r>
            <a:r>
              <a:rPr dirty="0"/>
              <a:t> </a:t>
            </a:r>
            <a:r>
              <a:rPr dirty="0" err="1"/>
              <a:t>bova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kratko</a:t>
            </a:r>
            <a:r>
              <a:rPr dirty="0"/>
              <a:t> </a:t>
            </a:r>
            <a:r>
              <a:rPr dirty="0" err="1"/>
              <a:t>pokazala</a:t>
            </a:r>
            <a:r>
              <a:rPr dirty="0"/>
              <a:t> </a:t>
            </a:r>
            <a:r>
              <a:rPr dirty="0" err="1"/>
              <a:t>igro</a:t>
            </a:r>
            <a:r>
              <a:rPr dirty="0"/>
              <a:t> v </a:t>
            </a:r>
            <a:r>
              <a:rPr dirty="0" err="1"/>
              <a:t>živo</a:t>
            </a:r>
            <a:r>
              <a:rPr dirty="0"/>
              <a:t>. Hvala.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A422067-5437-4A2F-BE55-D5C5ECEF8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4E21406-56E1-4BA5-8377-235FAB83A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28C1A4F-0EDD-4CBE-AE4F-231BE7DB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4C7B0EA-AFB1-4BE2-831C-32920066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A23A885-E192-4940-88FA-5655D1204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8F6982E-7146-4E0B-B1F8-D1448092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FC85B02-1D44-4C9F-BF4F-C020EBE6C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FE536D-7AA8-4637-990C-12FECA563AD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50D3BB2-51D4-485E-A89E-E121BDE5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E49ACED-95FA-4270-9F52-5445CB1FC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gradFill flip="none" rotWithShape="1">
          <a:gsLst>
            <a:gs pos="0">
              <a:schemeClr val="tx1">
                <a:lumMod val="50000"/>
                <a:lumOff val="50000"/>
              </a:schemeClr>
            </a:gs>
            <a:gs pos="60000">
              <a:schemeClr val="accent2">
                <a:lumMod val="60000"/>
                <a:lumOff val="40000"/>
              </a:schemeClr>
            </a:gs>
            <a:gs pos="100000">
              <a:schemeClr val="accent2">
                <a:lumMod val="40000"/>
                <a:lumOff val="60000"/>
              </a:schemeClr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3BE129-8B9E-4AA7-8971-3B45FC620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92154" y="997744"/>
            <a:ext cx="7391398" cy="4157662"/>
          </a:xfrm>
          <a:prstGeom prst="rect">
            <a:avLst/>
          </a:prstGeom>
        </p:spPr>
      </p:pic>
      <p:sp>
        <p:nvSpPr>
          <p:cNvPr id="3" name="Igra">
            <a:extLst>
              <a:ext uri="{FF2B5EF4-FFF2-40B4-BE49-F238E27FC236}">
                <a16:creationId xmlns:a16="http://schemas.microsoft.com/office/drawing/2014/main" id="{35A0B057-77C0-4F86-8B47-B0C947DBC502}"/>
              </a:ext>
            </a:extLst>
          </p:cNvPr>
          <p:cNvSpPr>
            <a:spLocks noGrp="1"/>
          </p:cNvSpPr>
          <p:nvPr/>
        </p:nvSpPr>
        <p:spPr>
          <a:xfrm>
            <a:off x="609600" y="1190625"/>
            <a:ext cx="4191000" cy="2238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defPPr>
            <a:lvl1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1pPr>
            <a:lvl2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2pPr>
            <a:lvl3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3pPr>
            <a:lvl4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4pPr>
            <a:lvl5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5pPr>
            <a:lvl6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6pPr>
            <a:lvl7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7pPr>
            <a:lvl8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8pPr>
            <a:lvl9pPr>
              <a:defRPr sz="6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6600" b="1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6600" b="1" dirty="0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LOST</a:t>
            </a:r>
          </a:p>
          <a:p>
            <a:pPr>
              <a:defRPr sz="6600" b="1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6600" b="1" dirty="0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IN TAPE</a:t>
            </a:r>
          </a:p>
        </p:txBody>
      </p:sp>
      <p:sp>
        <p:nvSpPr>
          <p:cNvPr id="4" name="Koncept">
            <a:extLst>
              <a:ext uri="{FF2B5EF4-FFF2-40B4-BE49-F238E27FC236}">
                <a16:creationId xmlns:a16="http://schemas.microsoft.com/office/drawing/2014/main" id="{45461C07-C4CF-4041-B30E-1C7088BEEC8D}"/>
              </a:ext>
            </a:extLst>
          </p:cNvPr>
          <p:cNvSpPr>
            <a:spLocks noGrp="1"/>
          </p:cNvSpPr>
          <p:nvPr/>
        </p:nvSpPr>
        <p:spPr>
          <a:xfrm>
            <a:off x="666750" y="3781425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100" b="0">
                <a:solidFill>
                  <a:srgbClr val="ACAFA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Ugankarska</a:t>
            </a:r>
            <a:r>
              <a:rPr sz="2100" b="0" dirty="0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100" b="0" dirty="0" err="1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grozljivka</a:t>
            </a:r>
            <a:endParaRPr sz="2100" b="0" dirty="0">
              <a:solidFill>
                <a:srgbClr val="675047"/>
              </a:solidFill>
              <a:latin typeface="Consolas"/>
              <a:ea typeface="Consolas"/>
              <a:cs typeface="Consolas"/>
            </a:endParaRPr>
          </a:p>
          <a:p>
            <a:pPr>
              <a:defRPr sz="2100" b="0">
                <a:solidFill>
                  <a:srgbClr val="ACAFA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na</a:t>
            </a:r>
            <a:r>
              <a:rPr sz="2100" b="0" dirty="0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 VHS</a:t>
            </a:r>
            <a:r>
              <a:rPr lang="sl-SI" sz="2100" b="0" dirty="0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100" b="0" dirty="0" err="1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kaseti</a:t>
            </a:r>
            <a:endParaRPr sz="2100" b="0" dirty="0">
              <a:solidFill>
                <a:srgbClr val="675047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" name="Ekipa">
            <a:extLst>
              <a:ext uri="{FF2B5EF4-FFF2-40B4-BE49-F238E27FC236}">
                <a16:creationId xmlns:a16="http://schemas.microsoft.com/office/drawing/2014/main" id="{7F415AB2-DED1-4938-9F21-4297907DEFCA}"/>
              </a:ext>
            </a:extLst>
          </p:cNvPr>
          <p:cNvSpPr>
            <a:spLocks noGrp="1"/>
          </p:cNvSpPr>
          <p:nvPr/>
        </p:nvSpPr>
        <p:spPr>
          <a:xfrm>
            <a:off x="666750" y="5457825"/>
            <a:ext cx="6286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defPPr>
            <a:lvl1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1pPr>
            <a:lvl2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2pPr>
            <a:lvl3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3pPr>
            <a:lvl4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4pPr>
            <a:lvl5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5pPr>
            <a:lvl6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6pPr>
            <a:lvl7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7pPr>
            <a:lvl8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8pPr>
            <a:lvl9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400" b="1">
                <a:solidFill>
                  <a:srgbClr val="9CB49D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Ekipa Ženeva</a:t>
            </a:r>
          </a:p>
        </p:txBody>
      </p:sp>
      <p:sp>
        <p:nvSpPr>
          <p:cNvPr id="6" name="Člana">
            <a:extLst>
              <a:ext uri="{FF2B5EF4-FFF2-40B4-BE49-F238E27FC236}">
                <a16:creationId xmlns:a16="http://schemas.microsoft.com/office/drawing/2014/main" id="{95E3B35F-23D1-43B1-B348-B7533871770B}"/>
              </a:ext>
            </a:extLst>
          </p:cNvPr>
          <p:cNvSpPr>
            <a:spLocks noGrp="1"/>
          </p:cNvSpPr>
          <p:nvPr/>
        </p:nvSpPr>
        <p:spPr>
          <a:xfrm>
            <a:off x="666750" y="5953125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875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Eva Simonič in Žan Lah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65E7B-F7A0-4ED9-A886-860402640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-420786" y="-559948"/>
            <a:ext cx="1693423" cy="1693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98D614-F477-4FDE-8075-848604B13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920449" y="68031"/>
            <a:ext cx="1271551" cy="713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5635029-D4C4-49CB-94D9-107562FF73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759602" y="5359983"/>
            <a:ext cx="1123950" cy="13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30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">
            <a:extLst>
              <a:ext uri="{FF2B5EF4-FFF2-40B4-BE49-F238E27FC236}">
                <a16:creationId xmlns:a16="http://schemas.microsoft.com/office/drawing/2014/main" id="{29E73E11-85A2-4E65-93A3-E70BA73E7FF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715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defPPr>
            <a:lvl1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1pPr>
            <a:lvl2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2pPr>
            <a:lvl3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3pPr>
            <a:lvl4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4pPr>
            <a:lvl5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5pPr>
            <a:lvl6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6pPr>
            <a:lvl7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7pPr>
            <a:lvl8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8pPr>
            <a:lvl9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3600" b="1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3600" b="1" dirty="0" err="1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Koncept</a:t>
            </a:r>
            <a:r>
              <a:rPr sz="3600" b="1" dirty="0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 in </a:t>
            </a:r>
            <a:r>
              <a:rPr sz="3600" b="1" dirty="0" err="1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tema</a:t>
            </a:r>
            <a:endParaRPr sz="3600" b="1" dirty="0">
              <a:solidFill>
                <a:schemeClr val="accent2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B5A3EF-3572-4F7F-8CC0-2658139C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37421" y="1219200"/>
            <a:ext cx="6854529" cy="3855673"/>
          </a:xfrm>
          <a:prstGeom prst="rect">
            <a:avLst/>
          </a:prstGeom>
        </p:spPr>
      </p:pic>
      <p:sp>
        <p:nvSpPr>
          <p:cNvPr id="4" name="Cilj">
            <a:extLst>
              <a:ext uri="{FF2B5EF4-FFF2-40B4-BE49-F238E27FC236}">
                <a16:creationId xmlns:a16="http://schemas.microsoft.com/office/drawing/2014/main" id="{DE8997E9-7907-4BC8-A224-ED83044E148F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4286250" cy="1476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defPPr>
            <a:lvl1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1pPr>
            <a:lvl2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2pPr>
            <a:lvl3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3pPr>
            <a:lvl4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4pPr>
            <a:lvl5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5pPr>
            <a:lvl6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6pPr>
            <a:lvl7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7pPr>
            <a:lvl8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8pPr>
            <a:lvl9pPr>
              <a:defRPr sz="225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25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Lea </a:t>
            </a:r>
            <a:r>
              <a:rPr sz="2250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išče</a:t>
            </a:r>
            <a:r>
              <a:rPr sz="2250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250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izhod</a:t>
            </a:r>
            <a:endParaRPr sz="2250" b="0" dirty="0">
              <a:solidFill>
                <a:srgbClr val="493747"/>
              </a:solidFill>
              <a:latin typeface="Consolas"/>
              <a:ea typeface="Consolas"/>
              <a:cs typeface="Consolas"/>
            </a:endParaRPr>
          </a:p>
          <a:p>
            <a:pPr>
              <a:defRPr sz="225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iz</a:t>
            </a:r>
            <a:r>
              <a:rPr sz="2250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250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posnetka</a:t>
            </a:r>
            <a:r>
              <a:rPr sz="2250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in </a:t>
            </a:r>
            <a:r>
              <a:rPr sz="2250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spomine</a:t>
            </a:r>
            <a:endParaRPr sz="2250" b="0" dirty="0">
              <a:solidFill>
                <a:srgbClr val="493747"/>
              </a:solidFill>
              <a:latin typeface="Consolas"/>
              <a:ea typeface="Consolas"/>
              <a:cs typeface="Consolas"/>
            </a:endParaRPr>
          </a:p>
          <a:p>
            <a:pPr>
              <a:defRPr sz="225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pogrešanih</a:t>
            </a:r>
            <a:r>
              <a:rPr sz="2250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250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otrok</a:t>
            </a:r>
            <a:r>
              <a:rPr sz="2250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5" name="Halloween">
            <a:extLst>
              <a:ext uri="{FF2B5EF4-FFF2-40B4-BE49-F238E27FC236}">
                <a16:creationId xmlns:a16="http://schemas.microsoft.com/office/drawing/2014/main" id="{6C93415C-8418-4B86-A26A-7E6121995157}"/>
              </a:ext>
            </a:extLst>
          </p:cNvPr>
          <p:cNvSpPr>
            <a:spLocks noGrp="1"/>
          </p:cNvSpPr>
          <p:nvPr/>
        </p:nvSpPr>
        <p:spPr>
          <a:xfrm>
            <a:off x="609600" y="3695700"/>
            <a:ext cx="4286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6750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100" b="0">
                <a:solidFill>
                  <a:srgbClr val="ACAFA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Noč čarovnic, kostumi</a:t>
            </a:r>
          </a:p>
          <a:p>
            <a:pPr>
              <a:defRPr sz="2100" b="0">
                <a:solidFill>
                  <a:srgbClr val="ACAFA5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675047"/>
                </a:solidFill>
                <a:latin typeface="Consolas"/>
                <a:ea typeface="Consolas"/>
                <a:cs typeface="Consolas"/>
              </a:rPr>
              <a:t>in skrivnosti stare hiše.</a:t>
            </a:r>
          </a:p>
        </p:txBody>
      </p:sp>
      <p:sp>
        <p:nvSpPr>
          <p:cNvPr id="6" name="Tema">
            <a:extLst>
              <a:ext uri="{FF2B5EF4-FFF2-40B4-BE49-F238E27FC236}">
                <a16:creationId xmlns:a16="http://schemas.microsoft.com/office/drawing/2014/main" id="{23EA85D5-3CCE-44A9-BD01-74377F100636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53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defPPr>
            <a:lvl1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1pPr>
            <a:lvl2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2pPr>
            <a:lvl3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3pPr>
            <a:lvl4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4pPr>
            <a:lvl5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5pPr>
            <a:lvl6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6pPr>
            <a:lvl7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7pPr>
            <a:lvl8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8pPr>
            <a:lvl9pPr>
              <a:defRPr sz="2400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400" b="1">
                <a:solidFill>
                  <a:srgbClr val="9CB49D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It’s not a bug, it’s a feature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FAFE31-3434-4EFE-B8D0-6A19EFEB3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87063" y="142875"/>
            <a:ext cx="1019175" cy="57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E9EFBF-94D9-4B5C-9C60-69282CE72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953750" y="5839587"/>
            <a:ext cx="838200" cy="77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14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">
            <a:extLst>
              <a:ext uri="{FF2B5EF4-FFF2-40B4-BE49-F238E27FC236}">
                <a16:creationId xmlns:a16="http://schemas.microsoft.com/office/drawing/2014/main" id="{6D9301AD-DC72-420D-B6AA-94A2F2BABDD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715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defPPr>
            <a:lvl1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1pPr>
            <a:lvl2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2pPr>
            <a:lvl3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3pPr>
            <a:lvl4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4pPr>
            <a:lvl5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5pPr>
            <a:lvl6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6pPr>
            <a:lvl7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7pPr>
            <a:lvl8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8pPr>
            <a:lvl9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3600" b="1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lang="sl-SI" sz="3600" b="1" dirty="0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Prikaz delovanja igre</a:t>
            </a:r>
            <a:endParaRPr sz="3600" b="1" dirty="0">
              <a:solidFill>
                <a:schemeClr val="accent2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9DC3D8-0015-41B3-9F35-9E25C6897F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87063" y="142875"/>
            <a:ext cx="1019175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A4A42D-5258-43A9-AB08-EA91ED3C6A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953750" y="5839587"/>
            <a:ext cx="838200" cy="779526"/>
          </a:xfrm>
          <a:prstGeom prst="rect">
            <a:avLst/>
          </a:prstGeom>
        </p:spPr>
      </p:pic>
      <p:pic>
        <p:nvPicPr>
          <p:cNvPr id="8" name="lostintape_30s_gameplay">
            <a:hlinkClick r:id="" action="ppaction://media"/>
            <a:extLst>
              <a:ext uri="{FF2B5EF4-FFF2-40B4-BE49-F238E27FC236}">
                <a16:creationId xmlns:a16="http://schemas.microsoft.com/office/drawing/2014/main" id="{F40F0013-5BBF-1CC6-927B-33CEB4892B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09600" y="1078286"/>
            <a:ext cx="10177463" cy="53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">
            <a:extLst>
              <a:ext uri="{FF2B5EF4-FFF2-40B4-BE49-F238E27FC236}">
                <a16:creationId xmlns:a16="http://schemas.microsoft.com/office/drawing/2014/main" id="{F06A78E8-85A0-4189-B32A-C71D246EC88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715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defPPr>
            <a:lvl1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1pPr>
            <a:lvl2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2pPr>
            <a:lvl3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3pPr>
            <a:lvl4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4pPr>
            <a:lvl5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5pPr>
            <a:lvl6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6pPr>
            <a:lvl7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7pPr>
            <a:lvl8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8pPr>
            <a:lvl9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3600" b="1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lang="sl-SI" sz="3600" b="1" dirty="0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Tehnične zanimivosti</a:t>
            </a:r>
            <a:endParaRPr sz="3600" b="1" dirty="0">
              <a:solidFill>
                <a:schemeClr val="accent2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Lea oznaka">
            <a:extLst>
              <a:ext uri="{FF2B5EF4-FFF2-40B4-BE49-F238E27FC236}">
                <a16:creationId xmlns:a16="http://schemas.microsoft.com/office/drawing/2014/main" id="{E70E3D98-33DA-4F58-B39B-4F2EDE3D2CC9}"/>
              </a:ext>
            </a:extLst>
          </p:cNvPr>
          <p:cNvSpPr>
            <a:spLocks noGrp="1"/>
          </p:cNvSpPr>
          <p:nvPr/>
        </p:nvSpPr>
        <p:spPr>
          <a:xfrm>
            <a:off x="609600" y="1271587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1">
                <a:solidFill>
                  <a:srgbClr val="2F6348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100" b="1">
                <a:solidFill>
                  <a:srgbClr val="9CB49D"/>
                </a:solidFill>
                <a:latin typeface="Consolas"/>
                <a:ea typeface="Consolas"/>
                <a:cs typeface="Consolas"/>
              </a:defRPr>
            </a:pPr>
            <a:r>
              <a:rPr sz="2100" b="1" dirty="0">
                <a:solidFill>
                  <a:srgbClr val="2F6348"/>
                </a:solidFill>
                <a:latin typeface="Consolas"/>
                <a:ea typeface="Consolas"/>
                <a:cs typeface="Consolas"/>
              </a:rPr>
              <a:t>LEA</a:t>
            </a:r>
          </a:p>
        </p:txBody>
      </p:sp>
      <p:sp>
        <p:nvSpPr>
          <p:cNvPr id="4" name="Lea čas">
            <a:extLst>
              <a:ext uri="{FF2B5EF4-FFF2-40B4-BE49-F238E27FC236}">
                <a16:creationId xmlns:a16="http://schemas.microsoft.com/office/drawing/2014/main" id="{8F93E1A9-C784-4614-937E-D75713B4F92A}"/>
              </a:ext>
            </a:extLst>
          </p:cNvPr>
          <p:cNvSpPr>
            <a:spLocks noGrp="1"/>
          </p:cNvSpPr>
          <p:nvPr/>
        </p:nvSpPr>
        <p:spPr>
          <a:xfrm>
            <a:off x="609600" y="1814512"/>
            <a:ext cx="5095875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defPPr>
            <a:lvl1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1pPr>
            <a:lvl2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2pPr>
            <a:lvl3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3pPr>
            <a:lvl4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4pPr>
            <a:lvl5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5pPr>
            <a:lvl6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6pPr>
            <a:lvl7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7pPr>
            <a:lvl8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8pPr>
            <a:lvl9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325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Njen</a:t>
            </a: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čas</a:t>
            </a: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napreduje</a:t>
            </a:r>
            <a:endParaRPr sz="2325" b="0" dirty="0">
              <a:solidFill>
                <a:srgbClr val="493747"/>
              </a:solidFill>
              <a:latin typeface="Consolas"/>
              <a:ea typeface="Consolas"/>
              <a:cs typeface="Consolas"/>
            </a:endParaRPr>
          </a:p>
          <a:p>
            <a:pPr>
              <a:defRPr sz="2325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samo</a:t>
            </a: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med PLAY.</a:t>
            </a:r>
          </a:p>
        </p:txBody>
      </p:sp>
      <p:sp>
        <p:nvSpPr>
          <p:cNvPr id="5" name="Hiša oznaka">
            <a:extLst>
              <a:ext uri="{FF2B5EF4-FFF2-40B4-BE49-F238E27FC236}">
                <a16:creationId xmlns:a16="http://schemas.microsoft.com/office/drawing/2014/main" id="{323B8354-68BD-4279-A08B-BDE5B802A9A0}"/>
              </a:ext>
            </a:extLst>
          </p:cNvPr>
          <p:cNvSpPr>
            <a:spLocks noGrp="1"/>
          </p:cNvSpPr>
          <p:nvPr/>
        </p:nvSpPr>
        <p:spPr>
          <a:xfrm>
            <a:off x="538162" y="3359430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1">
                <a:solidFill>
                  <a:srgbClr val="7D3A8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100" b="1">
                <a:solidFill>
                  <a:srgbClr val="B19AD0"/>
                </a:solidFill>
                <a:latin typeface="Consolas"/>
                <a:ea typeface="Consolas"/>
                <a:cs typeface="Consolas"/>
              </a:defRPr>
            </a:pPr>
            <a:r>
              <a:rPr sz="2100" b="1" dirty="0">
                <a:solidFill>
                  <a:srgbClr val="7D3A8E"/>
                </a:solidFill>
                <a:latin typeface="Consolas"/>
                <a:ea typeface="Consolas"/>
                <a:cs typeface="Consolas"/>
              </a:rPr>
              <a:t>HIŠA</a:t>
            </a:r>
          </a:p>
        </p:txBody>
      </p:sp>
      <p:sp>
        <p:nvSpPr>
          <p:cNvPr id="6" name="Hiša čas">
            <a:extLst>
              <a:ext uri="{FF2B5EF4-FFF2-40B4-BE49-F238E27FC236}">
                <a16:creationId xmlns:a16="http://schemas.microsoft.com/office/drawing/2014/main" id="{22091E8C-A8FF-4159-A4F8-D349C48F06DF}"/>
              </a:ext>
            </a:extLst>
          </p:cNvPr>
          <p:cNvSpPr>
            <a:spLocks noGrp="1"/>
          </p:cNvSpPr>
          <p:nvPr/>
        </p:nvSpPr>
        <p:spPr>
          <a:xfrm>
            <a:off x="538162" y="3802062"/>
            <a:ext cx="52387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defPPr>
            <a:lvl1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1pPr>
            <a:lvl2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2pPr>
            <a:lvl3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3pPr>
            <a:lvl4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4pPr>
            <a:lvl5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5pPr>
            <a:lvl6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6pPr>
            <a:lvl7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7pPr>
            <a:lvl8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8pPr>
            <a:lvl9pPr>
              <a:defRPr sz="2325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325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Njen</a:t>
            </a: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čas</a:t>
            </a: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teče</a:t>
            </a: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naprej</a:t>
            </a:r>
            <a:endParaRPr sz="2325" b="0" dirty="0">
              <a:solidFill>
                <a:srgbClr val="493747"/>
              </a:solidFill>
              <a:latin typeface="Consolas"/>
              <a:ea typeface="Consolas"/>
              <a:cs typeface="Consolas"/>
            </a:endParaRPr>
          </a:p>
          <a:p>
            <a:pPr>
              <a:defRPr sz="2325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in se </a:t>
            </a: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previja</a:t>
            </a: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325" b="0" dirty="0" err="1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nazaj</a:t>
            </a:r>
            <a:r>
              <a:rPr sz="2325" b="0" dirty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2BF03-147B-4312-A112-0EC62812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72250" y="2698750"/>
            <a:ext cx="4953000" cy="165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803E9D-1DB6-4B3E-8105-45D51F0BF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787063" y="142875"/>
            <a:ext cx="1019175" cy="571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D4F45C-A963-434C-8AC0-11EC8967D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953750" y="5839587"/>
            <a:ext cx="838200" cy="7795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C91DA7-C70C-03F0-B6BB-483D090DA5CF}"/>
              </a:ext>
            </a:extLst>
          </p:cNvPr>
          <p:cNvSpPr txBox="1"/>
          <p:nvPr/>
        </p:nvSpPr>
        <p:spPr>
          <a:xfrm>
            <a:off x="7140388" y="8471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61570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">
            <a:extLst>
              <a:ext uri="{FF2B5EF4-FFF2-40B4-BE49-F238E27FC236}">
                <a16:creationId xmlns:a16="http://schemas.microsoft.com/office/drawing/2014/main" id="{9D0F3EE3-DDA7-43AE-863C-68A32C81557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9715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defPPr>
            <a:lvl1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1pPr>
            <a:lvl2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2pPr>
            <a:lvl3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3pPr>
            <a:lvl4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4pPr>
            <a:lvl5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5pPr>
            <a:lvl6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6pPr>
            <a:lvl7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7pPr>
            <a:lvl8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8pPr>
            <a:lvl9pPr>
              <a:defRPr sz="360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3600" b="1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3600" b="1" dirty="0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AI in </a:t>
            </a:r>
            <a:r>
              <a:rPr sz="3600" b="1" dirty="0" err="1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zunanji</a:t>
            </a:r>
            <a:r>
              <a:rPr sz="3600" b="1" dirty="0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3600" b="1" dirty="0" err="1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viri</a:t>
            </a:r>
            <a:endParaRPr sz="3600" b="1" dirty="0">
              <a:solidFill>
                <a:schemeClr val="accent2">
                  <a:lumMod val="50000"/>
                </a:schemeClr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Ekipa label">
            <a:extLst>
              <a:ext uri="{FF2B5EF4-FFF2-40B4-BE49-F238E27FC236}">
                <a16:creationId xmlns:a16="http://schemas.microsoft.com/office/drawing/2014/main" id="{6B081F7F-CCA7-4C87-9294-0D0B755DEDF5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875" b="1">
                <a:solidFill>
                  <a:srgbClr val="9CB49D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NALOGE EKIPE</a:t>
            </a:r>
          </a:p>
        </p:txBody>
      </p:sp>
      <p:sp>
        <p:nvSpPr>
          <p:cNvPr id="4" name="Ekipa vsebina">
            <a:extLst>
              <a:ext uri="{FF2B5EF4-FFF2-40B4-BE49-F238E27FC236}">
                <a16:creationId xmlns:a16="http://schemas.microsoft.com/office/drawing/2014/main" id="{1A9374F4-37D9-47C7-9B84-0E33FCD7094B}"/>
              </a:ext>
            </a:extLst>
          </p:cNvPr>
          <p:cNvSpPr>
            <a:spLocks noGrp="1"/>
          </p:cNvSpPr>
          <p:nvPr/>
        </p:nvSpPr>
        <p:spPr>
          <a:xfrm>
            <a:off x="3876675" y="1724025"/>
            <a:ext cx="7762875" cy="971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10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Idejna zasnova, pravila, izbor vsebin,</a:t>
            </a:r>
          </a:p>
          <a:p>
            <a:pPr>
              <a:defRPr sz="210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integracija in preizkušanje.</a:t>
            </a:r>
          </a:p>
        </p:txBody>
      </p:sp>
      <p:sp>
        <p:nvSpPr>
          <p:cNvPr id="5" name="AI label">
            <a:extLst>
              <a:ext uri="{FF2B5EF4-FFF2-40B4-BE49-F238E27FC236}">
                <a16:creationId xmlns:a16="http://schemas.microsoft.com/office/drawing/2014/main" id="{B59CDAE5-4D30-4BCA-AEB5-C306028E8D6B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875" b="1">
                <a:solidFill>
                  <a:srgbClr val="9CB49D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AI-POMOČ</a:t>
            </a:r>
          </a:p>
        </p:txBody>
      </p:sp>
      <p:sp>
        <p:nvSpPr>
          <p:cNvPr id="6" name="AI vsebina">
            <a:extLst>
              <a:ext uri="{FF2B5EF4-FFF2-40B4-BE49-F238E27FC236}">
                <a16:creationId xmlns:a16="http://schemas.microsoft.com/office/drawing/2014/main" id="{43D1C1BD-526E-4A05-8A69-3709024150B0}"/>
              </a:ext>
            </a:extLst>
          </p:cNvPr>
          <p:cNvSpPr>
            <a:spLocks noGrp="1"/>
          </p:cNvSpPr>
          <p:nvPr/>
        </p:nvSpPr>
        <p:spPr>
          <a:xfrm>
            <a:off x="3876675" y="3200400"/>
            <a:ext cx="77628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10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ChatGPT/Codex: koda in popravki.</a:t>
            </a:r>
          </a:p>
          <a:p>
            <a:pPr>
              <a:defRPr sz="210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image_gen: grafika. fish.audio: glas.</a:t>
            </a:r>
          </a:p>
        </p:txBody>
      </p:sp>
      <p:sp>
        <p:nvSpPr>
          <p:cNvPr id="7" name="Viri label">
            <a:extLst>
              <a:ext uri="{FF2B5EF4-FFF2-40B4-BE49-F238E27FC236}">
                <a16:creationId xmlns:a16="http://schemas.microsoft.com/office/drawing/2014/main" id="{CB3D0FBD-6F9A-4FB7-9B56-4A66259BF9D0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875" b="1">
                <a:solidFill>
                  <a:srgbClr val="9CB49D"/>
                </a:solidFill>
                <a:latin typeface="Consolas"/>
                <a:ea typeface="Consolas"/>
                <a:cs typeface="Consolas"/>
              </a:defRPr>
            </a:pPr>
            <a:r>
              <a:rPr sz="1875" b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ZUNANJI ASSETI</a:t>
            </a:r>
          </a:p>
        </p:txBody>
      </p:sp>
      <p:sp>
        <p:nvSpPr>
          <p:cNvPr id="8" name="Viri vsebina">
            <a:extLst>
              <a:ext uri="{FF2B5EF4-FFF2-40B4-BE49-F238E27FC236}">
                <a16:creationId xmlns:a16="http://schemas.microsoft.com/office/drawing/2014/main" id="{D0E22F2C-30ED-4B71-83CF-3BAD41D92C68}"/>
              </a:ext>
            </a:extLst>
          </p:cNvPr>
          <p:cNvSpPr>
            <a:spLocks noGrp="1"/>
          </p:cNvSpPr>
          <p:nvPr/>
        </p:nvSpPr>
        <p:spPr>
          <a:xfrm>
            <a:off x="3876675" y="4676775"/>
            <a:ext cx="7762875" cy="1409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493747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10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Kelano Studio: teksture in pohištvo.</a:t>
            </a:r>
          </a:p>
          <a:p>
            <a:pPr>
              <a:defRPr sz="210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Cosme Leites in OpenGameArt: zvok.</a:t>
            </a:r>
          </a:p>
          <a:p>
            <a:pPr>
              <a:defRPr sz="2100" b="0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493747"/>
                </a:solidFill>
                <a:latin typeface="Consolas"/>
                <a:ea typeface="Consolas"/>
                <a:cs typeface="Consolas"/>
              </a:rPr>
              <a:t>Horri-Fi: VHS-učinki.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F964A7-82A9-4B9C-B6D4-E259C768C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87063" y="142875"/>
            <a:ext cx="1019175" cy="571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0157A8-3688-45EE-A8AA-D57670971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53750" y="5839587"/>
            <a:ext cx="838200" cy="77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2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F91D19-5A14-423A-AFA8-05E619427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48225" y="1258667"/>
            <a:ext cx="6781800" cy="3816791"/>
          </a:xfrm>
          <a:prstGeom prst="rect">
            <a:avLst/>
          </a:prstGeom>
        </p:spPr>
      </p:pic>
      <p:sp>
        <p:nvSpPr>
          <p:cNvPr id="3" name="Hvala">
            <a:extLst>
              <a:ext uri="{FF2B5EF4-FFF2-40B4-BE49-F238E27FC236}">
                <a16:creationId xmlns:a16="http://schemas.microsoft.com/office/drawing/2014/main" id="{0EB714D4-88A1-4282-B1DB-92E9024C4384}"/>
              </a:ext>
            </a:extLst>
          </p:cNvPr>
          <p:cNvSpPr>
            <a:spLocks noGrp="1"/>
          </p:cNvSpPr>
          <p:nvPr/>
        </p:nvSpPr>
        <p:spPr>
          <a:xfrm>
            <a:off x="561975" y="2190750"/>
            <a:ext cx="44767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defPPr>
            <a:lvl1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1pPr>
            <a:lvl2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2pPr>
            <a:lvl3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3pPr>
            <a:lvl4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4pPr>
            <a:lvl5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5pPr>
            <a:lvl6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6pPr>
            <a:lvl7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7pPr>
            <a:lvl8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8pPr>
            <a:lvl9pPr>
              <a:defRPr sz="7050" b="1">
                <a:solidFill>
                  <a:srgbClr val="4D205E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7050" b="1">
                <a:solidFill>
                  <a:srgbClr val="E9E7DC"/>
                </a:solidFill>
                <a:latin typeface="Consolas"/>
                <a:ea typeface="Consolas"/>
                <a:cs typeface="Consolas"/>
              </a:defRPr>
            </a:pPr>
            <a:r>
              <a:rPr sz="7050" b="1" dirty="0">
                <a:solidFill>
                  <a:schemeClr val="accent2">
                    <a:lumMod val="50000"/>
                  </a:schemeClr>
                </a:solidFill>
                <a:latin typeface="Consolas"/>
                <a:ea typeface="Consolas"/>
                <a:cs typeface="Consolas"/>
              </a:rPr>
              <a:t>HVALA</a:t>
            </a:r>
          </a:p>
        </p:txBody>
      </p:sp>
      <p:sp>
        <p:nvSpPr>
          <p:cNvPr id="4" name="Prehod">
            <a:extLst>
              <a:ext uri="{FF2B5EF4-FFF2-40B4-BE49-F238E27FC236}">
                <a16:creationId xmlns:a16="http://schemas.microsoft.com/office/drawing/2014/main" id="{BA812FDE-0AE6-4B4D-8F60-C0B8F7C46FF4}"/>
              </a:ext>
            </a:extLst>
          </p:cNvPr>
          <p:cNvSpPr>
            <a:spLocks noGrp="1"/>
          </p:cNvSpPr>
          <p:nvPr/>
        </p:nvSpPr>
        <p:spPr>
          <a:xfrm>
            <a:off x="609600" y="4075333"/>
            <a:ext cx="4191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defPPr>
            <a:lvl1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1pPr>
            <a:lvl2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2pPr>
            <a:lvl3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3pPr>
            <a:lvl4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4pPr>
            <a:lvl5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5pPr>
            <a:lvl6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6pPr>
            <a:lvl7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7pPr>
            <a:lvl8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8pPr>
            <a:lvl9pPr>
              <a:defRPr sz="2475" b="1">
                <a:solidFill>
                  <a:srgbClr val="A54B19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475" b="1">
                <a:solidFill>
                  <a:srgbClr val="9CB49D"/>
                </a:solidFill>
                <a:latin typeface="Consolas"/>
                <a:ea typeface="Consolas"/>
                <a:cs typeface="Consolas"/>
              </a:defRPr>
            </a:pPr>
            <a:r>
              <a:rPr sz="2475" b="1" dirty="0" err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Zdaj</a:t>
            </a:r>
            <a:r>
              <a:rPr sz="2475" b="1" dirty="0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475" b="1" dirty="0" err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še</a:t>
            </a:r>
            <a:r>
              <a:rPr sz="2475" b="1" dirty="0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475" b="1" dirty="0" err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igra</a:t>
            </a:r>
            <a:r>
              <a:rPr sz="2475" b="1" dirty="0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 v </a:t>
            </a:r>
            <a:r>
              <a:rPr sz="2475" b="1" dirty="0" err="1">
                <a:solidFill>
                  <a:srgbClr val="A54B19"/>
                </a:solidFill>
                <a:latin typeface="Consolas"/>
                <a:ea typeface="Consolas"/>
                <a:cs typeface="Consolas"/>
              </a:rPr>
              <a:t>živo</a:t>
            </a:r>
            <a:endParaRPr sz="2475" b="1" dirty="0">
              <a:solidFill>
                <a:srgbClr val="A54B19"/>
              </a:solidFill>
              <a:latin typeface="Consolas"/>
              <a:ea typeface="Consolas"/>
              <a:cs typeface="Consola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616156-40AC-4245-BDFC-F10C8FE60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-701488" y="-733739"/>
            <a:ext cx="1992406" cy="1992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0A553A-E630-486D-BF04-DF3226703A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86782" y="151752"/>
            <a:ext cx="1288574" cy="7225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C6E3FE-6CC5-482C-9A11-FB03E71277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477500" y="5291889"/>
            <a:ext cx="1123950" cy="136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80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47</TotalTime>
  <Words>478</Words>
  <Application>Microsoft Office PowerPoint</Application>
  <DocSecurity>0</DocSecurity>
  <PresentationFormat>Widescreen</PresentationFormat>
  <Paragraphs>49</Paragraphs>
  <Slides>6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Eva Simonič</cp:lastModifiedBy>
  <cp:revision>5</cp:revision>
  <dcterms:created xsi:type="dcterms:W3CDTF">2026-10-26T07:12:22Z</dcterms:created>
  <dcterms:modified xsi:type="dcterms:W3CDTF">2026-10-26T08:09:04Z</dcterms:modified>
</cp:coreProperties>
</file>